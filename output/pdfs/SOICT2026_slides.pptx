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will show what a second edge board actually adds when we split an ML intrusion detection system across two Jetson boards, and what it costs in detection. In eight minutes, I will share ﬁve key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see three big gaps in previous work: they only test on a single board, they rarely report energy together with latency, and oﬄine results often have data leakage. Our goal is to address all three on a real two-board cluster.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we do not claim a new machine learning model. Our main contribution is the empirical measurement: how to place the workload, how much speedup we get, and what the trade-oﬀ in detection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system. The host PC runs the background services. Board one runs a lightweight autoencoder gate to ﬁlter benign traﬃc. Board two runs the heavy PySpark classiﬁer. Only suspicious ﬂows pass to Board two via Kafka. Everything is monitored in real time using Grafana.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 end-to-end latency: from the moment a ﬂow is sent until its ﬁnal verdict is saved, including queueing time. Each test uses a fresh Kafka group so no old messages remain.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table: Single node only handles 2.5 ﬂows per second. If we run the gate and classiﬁer as two separate processes on the SAME board, capacity jumps 7 times to 17.8 ﬂows per second, using only 0.32 Joules per ﬂow. Adding a second board pushes it to 22.4 ﬂows per second, but uses twice the energy. So the key insight: decoupling the pipeline gives the speedup, not just adding more hardware.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Grafana screenshot shows the system at peak load. Notice the huge contrast: Board one uses only 1.3 percent CPU, while Board two reaches 94.5 percent. This extreme asym- metry is why splitting the stages is so eﬀective.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trade-oﬀ? High throughput costs recall. Precision is 100 percent with zero false alarms. But recall drops to 69.5 percent. Notice that every missed attack was skipped by the gate; the classiﬁer made zero errors on what it received. So the gate threshold directly controls this trade-oﬀ.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test on another dataset, CSE-CIC-IDS2018, without retraining: capacity drops from 22 to 8 ﬂows per second, and recall drops to under 1 percent. Why? Because normal traﬃc from a new network looks strange to the gate, sending 30 percent of ﬂows to the classiﬁer instead of 11. So for a new network, we must recalibrate the gate and retrain the classiﬁer.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used PySpark for inference to match our distributed training pipeline. But on edge devices, the Spark JVM overhead is huge: taking 7.5 seconds per batch. Running the exact same model with ONNX Runtime is 7,200 times faster, at only 1.2 milliseconds. This clearly points to our future roadmap: train with Spark, but serve with ONNX or TensorRT.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First, decoupling the detection pipeline increases capacity by 7 to 9 times. Second, the trade-oﬀ is a 30 percent drop in recall at the gate. Third, cross-network de- ployment requires recalibrating the gate. And ﬁnally, lightweight serving engines like ONNX are critical for real-time edge IDS. Thank you for your attention, and I would be happy to answer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presented — shown while taking questions, so sources are on screen if the audience asks. Full list is in the paper.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2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2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2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2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