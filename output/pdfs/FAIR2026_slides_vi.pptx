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đầu tiên, trên XGBoost. Ba câu hỏi. Một, bỏ 47 trên 77 đặc trưng thì F1 có giảm không? Gần như không: 0,9971 xuống 0,9970. Hai, huấn luyện có nhanh hơn không? Có, từ 77 phút còn 20 phút, nhanh gấp 3,8 lần. Ba, chọn đặc trưng cách nào tốt nhất? SHAP: cùng 30 đặc trưng, SHAP được 0,9970, RF chỉ 0,9922. PCA cần 40 thành phần, điểm thấp hơn và không giải thích được. Vậy chúng tôi chọn SHAP Top-30.</a:t>
            </a:r>
          </a:p>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thứ hai: cổng đích làm tăng điểm bao nhiêu. Mỗi thuật toán được huấn luyện hai lần, bỏ cổng và giữ cổng. Một, mô hình cây có dựa vào cổng không? Hầu như không, F1 tăng chưa tới 0,002. Hai, mô hình tuyến tính thì sao? Dựa nhiều, tăng khoảng 0,04, gấp hơn 20 lần. Ba, đo trên một mô hình có đủ không? Không: nếu chỉ đo Random Forest như bản nộp đầu, ta thấy tăng 0,001 và tưởng rò rỉ không đáng kể. Từ đây trở đi, mọi kết quả đều đã bỏ cổng.</a:t>
            </a:r>
          </a:p>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1 chỉ là một lần chạy, nên chúng tôi chạy lại 6 lần. F1 hai bên chênh khoảng 0,0001. Chúng tôi trả lời ba câu hỏi. Một, số đo có chắc không? Chắc, sai số chỉ khoảng cộng trừ 0,0001. Hai, hai bên có khác nhau không? Có, nhưng rất nhỏ. Ba, có coi như nhau được không? Được. Nhìn hình: vùng xanh lá là mức chênh cộng trừ 0,001 mà chúng tôi chấp nhận, đặt trước khi chạy. Đoạn xanh dương là chênh lệch thật, nằm gọn trong đó. Vì vậy chọn SHAP Top-30: ít đặc trưng hơn mà tốt ngang, lại giải thích được.</a:t>
            </a:r>
          </a:p>
          <a:p/>
          <a:p>
            <a:r>
              <a:t>Nếu bị hỏi: Phép 1: các lần chạy dùng chung dữ liệu nên khoảng tin cậy thông thường hẹp quá, Nadeau–Bengio hiệu chỉnh việc đó. Phép 2: kiểm định hoán vị hai phía liệt kê đủ 26 tổ hợp dấu, nên p nhỏ nhất là 2/26 = 0,031, cần N ≥ 6. Cohen’s d ≈ 1,94 lớn vì phương sai giữa các lần chạy rất nhỏ, không phải vì chênh lệch lớn. Phép 3: p của phép 2 không chứng minh được hai bên giống nhau, nên dùng TOST với biên ±0,001 F1 trên sai số Nadeau–Bengio; biên nhỏ nhất chứng minh được ở α = 0,05 là ±2,3 × 10−4.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Đến đây mới chỉ hỏi có tấn công hay không. Giờ hỏi là loại tấn công nào. Một, điểm tổng có phản ánh đúng không? Không: điểm chung là 0,998, nhưng tính đều cho từng lớp thì chỉ còn 0,806. Hai, lớp nào bị bỏ sót? Các lớp hiếm: cả 6 mẫu SQL Injection và 54% Bot bị xếp là bình thường. Ba, XSS chỉ phát hiện đúng 2,7%, có phải bỏ sót không? Phần lớn không: 76% XSS vẫn bị báo là tấn công, chỉ nhầm sang loại khác. Bỏ sót mới là lỗi nghiêm trọng.</a:t>
            </a:r>
          </a:p>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kết quả quan trọng nhất. Một, sang mạng khác mô hình còn tốt không? Không: cùng bộ thì F1 là 0,995, sang bộ 2018 chỉ còn 0,03 đến 0,30. Chiều ngược lại, 0,925 còn 0,05. Hai, mô hình sai kiểu gì? Bỏ sót: chỉ phát hiện được 7% và 3% số tấn công. Ba, một lần chạy có đủ tin không? Không. Hình bên phải: 18 lần chạy cùng mã, cùng dữ liệu, F1 rơi vào hai cụm, 11 lần thấp, 7 lần cao, không lần nào ở giữa. Nên chúng tôi báo cả 18 lần và so sánh thêm bằng AUC-PR, là điểm không phụ thuộc ngưỡng nên ổn định hơn F1.</a:t>
            </a:r>
          </a:p>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làm sao cho mô hình chạy được trên mạng mới? Một, chỉ chỉnh phân phối dữ liệu cho giống dữ liệu cũ, không cần nhãn, có được không? Không: F1 về 0 ở cả hai chiều. Hai, nếu gán nhãn thì cần bao nhiêu? Rất ít: 1%, khoảng 19 nghìn luồng, huấn luyện lại thì F1 lên 0,92 và 0,99. Ba, gộp thêm toàn bộ dữ liệu cũ có tốt hơn không? Không, lại kém hơn: 0,80 và 0,96. Vậy cách rẻ nhất là gán nhãn một ít lưu lượng của chính mạng mới.</a:t>
            </a:r>
          </a:p>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bốn câu hỏi. Một, bỏ bớt đặc trưng được không? Được: bỏ 60%, SHAP Top-30 tương đương 77 đặc trưng về mặt thống kê, và huấn luyện nhanh gấp 3,8 lần. Hai, điểm tổng cao có đủ tin không? Không: điểm chung 0,998, nhưng tính đều từng lớp chỉ 0,806. Ba, sang mạng khác mô hình còn dùng được không? Không: F1 rơi xuống 0,03 đến 0,30, và một lần chạy không đủ tin. Bốn, vậy sang mạng mới làm gì? Gán nhãn 1% dữ liệu của mạng đó rồi huấn luyện lại, F1 lên 0,92 và 0,99. Bài học chung: đánh giá đúng cách quan trọng không kém chọn đúng phương pháp. Xin cảm ơn quý thầy cô, kính mời câu hỏi.</a:t>
            </a:r>
          </a:p>
          <a:p/>
          <a:p>
            <a:r>
              <a:t>Nếu bị hỏi: Các bộ mới hơn: RoEduNet, CIC-IoT. Tăng số lần lặp bằng kiểm định chéo lồng cũng là hướng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