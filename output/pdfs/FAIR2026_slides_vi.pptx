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đo trên một mô hình có đủ không? Không: nếu chỉ đo Random Forest như bản nộp đầu, ta thấy tăng 0,001 và tưởng rò rỉ không đáng kể.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chạy lại 6 lần. F1 hai bên chênh khoảng 0,0001. Chúng tôi trả lời ba câu hỏi. Một, số đo có chắc không? Chắc, sai số chỉ khoảng cộng trừ 0,0001. Hai, hai bên có khác nhau không? Có, nhưng rất nhỏ. Ba, có coi như nhau được không? Được. Nhìn hình: vùng xanh lá là mức chênh cộng trừ 0,001 mà chúng tôi chấp nhận, đặt trước khi chạy. Đoạn xanh dương là chênh lệch thật, nằm gọn trong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sao cho mô hình chạy được trên mạng mới? Một, chỉ chỉnh phân phối dữ liệu cho giống dữ liệu cũ, không cần nhãn, có được không? Không: F1 về 0 ở cả hai chiều. Hai, nếu gán nhãn thì cần bao nhiêu?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điều. Một, bỏ được 60% đặc trưng mà F1 không đổi, và điều này đã được kiểm định. Hai, điểm tổng cao che khuất các loại tấn công hiếm. Ba, đổi bộ dữ liệu thì điểm giảm mạnh, và F1 của một lần chạy không đủ tin cậy. Bốn, với mạng mới, gán nhãn một phần nhỏ dữ liệu là đủ, còn căn chỉnh không nhãn thì không. Bài học chung: đánh giá đúng cách quan trọng không kém chọn đúng phương pháp. Xin cảm ơn quý thầy cô, kính mời câu hỏi.</a:t>
            </a:r>
          </a:p>
          <a:p/>
          <a:p>
            <a:r>
              <a:t>Nếu bị hỏi: Các bộ mới hơn: RoEduNet, CIC-IoT.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