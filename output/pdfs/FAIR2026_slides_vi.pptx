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Bảng này là XGBoost với bốn phương pháp giảm đặc trưng. Dùng toàn bộ 77 đặc trưng thì F1 là 0,9971. SHAP chỉ giữ 30 đặc trưng mà F1 vẫn 0,9970, và thời gian huấn luyện giảm từ 77 phút xuống 20 phút, tức nhanh gấp 3,8 lần. Cùng chọn 30 đặc trưng thì SHAP cho F1 cao hơn RF, 0,9970 so với 0,9922. PCA thì cần 40 thành phần, điểm thấp hơn, và không giải thích được. Vậy SHAP Top-30 là cấu hình chúng tôi chọn.</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đến mức nào. Mỗi thuật toán được huấn luyện hai lần, một lần bỏ cổng và một lần giữ cổng. Với bốn mô hình cây, giữ cổng chỉ tăng F1 chưa tới 0,002. Với hai mô hình tuyến tính thì tăng khoảng 0,04, tức gấp hơn 20 lần. Bài học là đo rò rỉ trên một mô hình thì không suy ra được cho mô hình khác.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Ở kết quả 1, hai con số 0,9971 và 0,9970 chỉ là một lần chạy. Để chắc chắn, chúng tôi lặp lại với sáu cách chia dữ liệu khác nhau, mỗi lần cả hai cấu hình dùng cùng một cách chia. F1 trung bình chênh nhau khoảng 0,0001. Chúng tôi dùng hai kiểm định. Kiểm định hoán vị ghép cặp hỏi hai bên có khác nhau không; nó so từng cặp và tính chính xác được với chỉ sáu cặp. Kết quả p bằng 0,031, tức là có khác biệt, nhưng khác biệt chỉ khoảng 0,0001 F1. Kiểm định này không trả lời được câu hai bên có giống nhau không, nên chúng tôi dùng thêm kiểm định tương đương TOST, với biên cộng trừ 0,001 F1 chọn trước khi chạy. p bằng 3,9 nhân 10 mũ trừ 6, nên hai bên tương đương, chênh lệch thực sự nhỏ hơn 0,00023 F1. Trên hình, đoạn xanh dương là chênh lệch thật: lệch khỏi 0 một chút, nhưng nằm gọn trong vùng xanh lá. Vì vậy chúng tôi chọn SHAP Top-30: ít đặc trưng hơn và giải thích được.</a:t>
            </a:r>
          </a:p>
          <a:p/>
          <a:p>
            <a:r>
              <a:t>Nếu bị hỏi: p = 0,031 là đúng sàn phân giải 2/26 của kiểm định hoán vị hai phía liệt kê đủ 26 tổ hợp dấu, nên cần N ≥ 6. Cohen’s d ≈ 1,94 lớn vì phương sai giữa các lần chạy rất nhỏ, không phải vì chênh lệch lớn. TOST dùng sai số hiệu chỉnh Nadeau–Bengio vì các lần lấy mẫu chồng nhau; biên nhỏ nhất chứng minh được ở α = 0,05 là ±2,3×10−4.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Khi hỏi là loại tấn công nào thì kết quả khác hẳn. Điểm tổng vẫn là 0,998, nhưng nếu tính trung bình đều cho từng lớp thì chỉ còn 0,806. Lý do là các lớp hiếm. Bot chỉ phát hiện được 46%. XSS gần 3%. SQL Injection có 6 mẫu, không phát hiện được mẫu nào. Có hai kiểu sai cần phân biệt. Kiểu ít nghiêm trọng là nhầm loại nhưng vẫn phát hiện: 76% XSS vẫn bị báo là tấn công. Kiểu nghiêm trọng là bỏ sót: cả 6 SQL Injection và 54% Bot bị phân loại là bình thường.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Huấn luyện và kiểm tra trên cùng một bộ thì F1 là 0,995. Nhưng huấn luyện trên bộ 2017 rồi kiểm tra trên bộ 2018 thì F1 chỉ còn từ 0,03 đến 0,30. Chiều ngược lại còn 0,05. Mô hình bỏ sót gần hết tấn công của mạng mới. Hình bên phải cho thấy thêm một điều. Chúng tôi chạy 18 lần, cùng mã, cùng dữ liệu, và F1 rơi vào hai cụm tách hẳn nhau: 11 lần thấp, 7 lần cao, không lần nào ở giữa. Vì vậy báo một lần chạy là không đủ tin cậy. Chúng tôi báo cả 18 lần, và so sánh thêm bằng AUC-PR, là điểm xếp hạng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gì để mô hình hoạt động được trên mạng mới? Chúng tôi thử hai hướng. Hướng thứ nhất không cần nhãn: chỉ chỉnh phân phối dữ liệu của mạng mới cho giống dữ liệu cũ, gọi là căn chỉnh, ở đây dùng CORAL. Kết quả là F1 về 0 ở cả hai chiều. Hướng thứ hai: gán nhãn 1% dữ liệu của mạng mới, khoảng 19 nghìn luồng, rồi huấn luyện lại. F1 lên 0,92 và 0,99. Một điểm đáng chú ý: gộp thêm toàn bộ dữ liệu cũ vào thì kết quả lại giảm. Tức là muốn chuyển mô hình sang mạng mới, cách ít tốn kém nhất ở đây là gán nhãn một ít lưu lượng của chính mạng đó.</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điều. Một, bỏ được 60% đặc trưng mà F1 không đổi, và điều này đã được kiểm định. Hai, điểm tổng cao che khuất các loại tấn công hiếm. Ba, đổi bộ dữ liệu thì điểm giảm mạnh, và F1 của một lần chạy không đủ tin cậy. Bốn, với mạng mới, gán nhãn một phần nhỏ dữ liệu là đủ, còn căn chỉnh không nhãn thì không. Bài học chung: đánh giá đúng cách quan trọng không kém chọn đúng phương pháp. Xin cảm ơn quý thầy cô, kính mời câu hỏi.</a:t>
            </a:r>
          </a:p>
          <a:p/>
          <a:p>
            <a:r>
              <a:t>Nếu bị hỏi: Các bộ mới hơn: RoEduNet, CIC-IoT.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