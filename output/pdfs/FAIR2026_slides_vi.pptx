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5759450" cy="324008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76"/>
  </p:normalViewPr>
  <p:slideViewPr>
    <p:cSldViewPr snapToGrid="0" snapToObjects="1">
      <p:cViewPr varScale="1">
        <p:scale>
          <a:sx n="242" d="100"/>
          <a:sy n="242" d="100"/>
        </p:scale>
        <p:origin x="480"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0657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endParaRPr/>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endParaRPr/>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endParaRPr/>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Kết quả đầu tiên, trên XGBoost. Ba câu hỏi. Một, bỏ 47 trên 77 đặc trưng thì F1 có giảm không? Gần như không: 0,9971 xuống 0,9970. Hai, huấn luyện có nhanh hơn không? Có, từ 77 phút còn 20 phút, nhanh gấp 3,8 lần. Ba, chọn đặc trưng cách nào tốt nhất? SHAP: cùng 30 đặc trưng, SHAP được 0,9970, RF chỉ 0,9922. PCA cần 40 thành phần, điểm thấp hơn và không giải thích được. Vậy chúng tôi chọn SHAP Top-30.</a:t>
            </a:r>
          </a:p>
          <a:p>
            <a:endParaRPr/>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Kết quả thứ hai: cổng đích làm tăng điểm bao nhiêu. Mỗi thuật toán được huấn luyện hai lần, bỏ cổng và giữ cổng. Một, mô hình cây có dựa vào cổng không? Hầu như không, F1 tăng chưa tới 0,002. Hai, mô hình tuyến tính thì sao? Dựa nhiều, tăng khoảng 0,04, gấp hơn 20 lần. Ba, chỉ đo rò rỉ trên Random Forest có đủ không? Không. Bản nộp đầu chỉ đo trên Random Forest: F1 tăng 0,001, trông như cổng đích không ảnh hưởng gì. Nhưng LR và SVM tăng 0,04. Nên rò rỉ phải đo trên từng mô hình. Từ đây trở đi, mọi kết quả đều đã bỏ cổng.</a:t>
            </a:r>
          </a:p>
          <a:p>
            <a:endParaRPr/>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Kết quả 1 chỉ là một lần chạy, nên chúng tôi làm bốn bước. Một, chạy lại 6 lần với 6 cách chia dữ liệu: F1 hai bên chênh khoảng 0,0001. Hai, đo sai số của F1: chỉ khoảng cộng trừ 0,0001, rất nhỏ. Ba, kiểm tra hai bên có khác nhau không: có, nhưng chỉ 0,0001. Bốn, kiểm tra hai bên có coi như nhau được không, với mức chênh cho phép cộng trừ 0,001 đặt trước: được. Hình nhỏ: vùng xanh lá là mức cho phép, đoạn xanh dương là chênh lệch thật, nằm gọn trong đó. Vì vậy chọn SHAP Top-30: ít đặc trưng hơn mà tốt ngang, lại giải thích được.</a:t>
            </a:r>
          </a:p>
          <a:p>
            <a:endParaRPr/>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Đến đây mới chỉ hỏi có tấn công hay không. Giờ hỏi là loại tấn công nào. Một, điểm tổng có phản ánh đúng không? Không: điểm chung là 0,998, nhưng tính đều cho từng lớp thì chỉ còn 0,806. Hai, lớp nào bị bỏ sót? Các lớp hiếm: cả 6 mẫu SQL Injection và 54% Bot bị xếp là bình thường. Ba, XSS chỉ phát hiện đúng 2,7%, có phải bỏ sót không? Phần lớn không: 76% XSS vẫn bị báo là tấn công, chỉ nhầm sang loại khác. Bỏ sót mới là lỗi nghiêm trọng.</a:t>
            </a:r>
          </a:p>
          <a:p>
            <a:endParaRPr/>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Đây là kết quả quan trọng nhất. Một, sang mạng khác mô hình còn tốt không? Không: cùng bộ thì F1 là 0,995, sang bộ 2018 chỉ còn 0,03 đến 0,30. Chiều ngược lại, 0,925 còn 0,05. Hai, mô hình sai kiểu gì? Bỏ sót: chỉ phát hiện được 7% và 3% số tấn công. Ba, một lần chạy có đủ tin không? Không. Hình bên phải: 18 lần chạy cùng mã, cùng dữ liệu, F1 rơi vào hai cụm, 11 lần thấp, 7 lần cao, không lần nào ở giữa. Nên chúng tôi báo cả 18 lần và so sánh thêm bằng AUC-PR, là điểm không phụ thuộc ngưỡng nên ổn định hơn F1.</a:t>
            </a:r>
          </a:p>
          <a:p>
            <a:endParaRPr/>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Vậy làm sao cho mô hình chạy được trên mạng mới? Một, chỉ chỉnh phân phối dữ liệu cho giống dữ liệu cũ, không cần nhãn, có được không? Không: F1 về 0 ở cả hai chiều. Hai, cần bao nhiêu dữ liệu có nhãn của mạng mới? Rất ít: 1%, khoảng 19 nghìn luồng, huấn luyện lại thì F1 lên 0,92 và 0,99. Ba, gộp thêm toàn bộ dữ liệu cũ có tốt hơn không? Không, lại kém hơn: 0,80 và 0,96. Vậy cách rẻ nhất là gán nhãn một ít lưu lượng của chính mạng mới.</a:t>
            </a:r>
          </a:p>
          <a:p>
            <a:endParaRPr/>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 Trong thí nghiệm, nhãn lấy từ nhãn có sẵn của bộ dữ liệu, lấy 1% tập huấn luyện của bộ đích, mô phỏng việc chuyên viên gán nhãn; mô hình được huấn luyện lại từ đầu chỉ trên phần đó, không tinh chỉnh mô hình cũ. Ngoài thực tế, 19 nghìn luồng vẫn là khối lượng gán nhãn đáng kể nếu làm tay. “Mạng mới” là bộ dữ liệu đích: CSE-CIC-IDS2018 khi huấn luyện trên CICIDS2017, và ngược lại. Cả hai đều là testbed trong phòng thí nghiệm của CIC, không phải lưu lượng của một mạng doanh nghiệp thật, nên kết quả 1% mới được chứng minh giữa hai testbed này.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Nói: Tóm lại có bốn con số cần nhớ. Một, 60%: bỏ được 60% đặc trưng mà F1 vẫn tương đương, huấn luyện nhanh gấp 3,8 lần. Hai, từ 0,998 xuống 0,806: điểm tổng cao che khuất các tấn công hiếm. Ba, từ 0,995 xuống còn 0,03 đến 0,30: sang mạng khác, mô hình bỏ sót gần hết tấn công. Bốn, 1%: chỉ cần 1% dữ liệu có nhãn của mạng mới, khoảng 19 nghìn luồng, để huấn luyện lại. Bài học chung: đánh giá đúng cách quan trọng không kém chọn đúng phương pháp. Xin cảm ơn quý thầy cô, kính mời câu hỏi.</a:t>
            </a:r>
          </a:p>
          <a:p>
            <a:endParaRPr/>
          </a:p>
          <a:p>
            <a:r>
              <a:t>Nếu bị hỏi: Hướng tiếp theo: đo riêng tác động của bước bỏ trùng lặp; toàn bộ CSE-CIC- IDS2018 và các bộ mới hơn (RoEduNet, CIC-IoT); thử bộ 30 đặc trưng SHAP trên bộ dữ liệu khác. Tăng số lần lặp bằng kiểm định chéo lồng cũng là hướng củng cố.</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01.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02.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04.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05.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07.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08.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0.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1.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2.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4.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5.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6.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7.png"/>
          <p:cNvPicPr>
            <a:picLocks noChangeAspect="1"/>
          </p:cNvPicPr>
          <p:nvPr/>
        </p:nvPicPr>
        <p:blipFill>
          <a:blip r:embed="rId3"/>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2586</Words>
  <Application>Microsoft Macintosh PowerPoint</Application>
  <PresentationFormat>Custom</PresentationFormat>
  <Paragraphs>34</Paragraphs>
  <Slides>17</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Nguyễn Vũ Thái</cp:lastModifiedBy>
  <cp:revision>1</cp:revision>
  <dcterms:created xsi:type="dcterms:W3CDTF">2013-01-27T09:14:16Z</dcterms:created>
  <dcterms:modified xsi:type="dcterms:W3CDTF">2026-10-08T15:30:55Z</dcterms:modified>
  <cp:category/>
</cp:coreProperties>
</file>