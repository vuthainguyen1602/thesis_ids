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5759958" cy="3240024"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Kính chào quý thầy cô và các anh chị. Tôi là Nguyễn Vũ Thái, xin trình bày bài báo về giảm đặc trưng cho phát hiện xâm nhập mạng trên Spark ML. Cả bài xoay quanh một ý: trên CICIDS2017, điểm F1 gần 1 thường phản ánh cách đánh giá hơn là chất lượng mô hình.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Bài trình bày gồm ba phần: vấn đề và đóng góp, quy trình đánh giá, rồi sáu kết quả và kết luận. Phần kết quả chiếm nhiều thời gian nhất.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Bài báo xuất phát từ hai câu hỏi. Thứ nhất, mỗi luồng mạng có khoảng 80 đặc trưng, có cần dùng hết không, vì càng nhiều thì càng tốn và càng khó chạy trên thiết bị biên. Thứ hai, rất nhiều bài đạt F1 trên 0,99 với bộ dữ liệu này, điểm đó có đáng tin không. Có hai dạng rò rỉ dữ liệu khiến điểm cao hơn thực tế. Rò rỉ dữ liệu, nói đơn giản, là mô hình được biết trước thứ mà khi triển khai thật nó không có. Một là cổng đích: trong bộ dữ liệu, mỗi loại tấn công nhắm vào một số cổng cố định, nên cổng gần như tiết lộ nhãn. Hai là luồng trùng nhau nằm ở cả tập huấn luyện lẫn tập kiểm tra, mô hình xem như đã thấy dữ liệu kiểm tra từ lúc huấn luyện. Vì vậy chúng tôi sửa quy trình đánh giá trước, rồi mới so sánh các phương pháp giảm đặc trưng.</a:t>
            </a:r>
          </a:p>
          <a:p/>
          <a:p>
            <a:r>
              <a:t>Nếu bị hỏi: Rò rỉ dữ liệu là khi thông tin không có lúc triển khai lọt vào huấn luyện hoặc đánh giá. Cột cổng đích trong dữ liệu là destination_port.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Bài báo có năm đóng góp. Một, so sánh bốn phương pháp giảm đặc trưng trên cùng tám thuật toán, cùng một quy trình. Hai, quy trình đánh giá chống rò rỉ. Ba, dùng kiểm định thống kê để kết luận, không chỉ so sánh điểm số. Bốn, đánh giá những gì điểm tổng thường che khuất: từng loại tấn công, và khi đổi sang bộ dữ liệu khác. Năm, chọn cấu hình phù hợp thiết bị biên. Điểm mới là mục hai đến bốn ít khi được làm cùng nhau trong các bài về CICIDS2017.</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Đây là quy trình, đi từ trên xuống. Hai khối đỏ là hai bước chặn rò rỉ. Trước khi chia dữ liệu, chúng tôi bỏ cổng và bỏ luồng trùng, nên không luồng nào nằm ở cả hai tập. Sau đó áp dụng bốn phương pháp giảm đặc trưng, huấn luyện tám thuật toán. Bảng xếp hạng đặc trưng chỉ tính trên tập huấn luyện. Chọn mô hình thì dùng tập kiểm định, tức tập validation tách từ tập huấn luyện. Tập kiểm tra chỉ dùng một lần, ở cuối. Siêu tham số được cố định từ trước và dùng chung cho cả bốn phương pháp, nên khác biệt là do phương pháp chứ không do tinh chỉnh. Cuối cùng, cấu hình SHAP 30 đặc trưng được đưa xuống thiết bị biên.</a:t>
            </a:r>
          </a:p>
          <a:p/>
          <a:p>
            <a:r>
              <a:t>Nếu bị hỏi: Tập kiểm định tách 20% từ tập huấn luyện. Bốn cấu hình so sánh được cố định từ trước (toàn bộ 77, RF Top-30, SHAP Top-30, PCA k=40), siêu tham số dùng chung, nên khác biệt phản ánh phương pháp chứ không phải việc tinh chỉnh.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Bỏ luồng trùng nghe đơn giản nhưng dễ làm sai. Những luồng giống hệt nhau ở mọi đặc trưng thì chỉ giữ một bản. Nhưng có những nhóm giống hệt nhau mà nhãn lại khác nhau, vừa bình thường vừa tấn công. Đây là lỗi đã biết của CICIDS2017. Với nhóm như vậy chúng tôi bỏ cả nhóm: 270 nhóm, hơn 44 nghìn luồng. Lý do là nếu giữ ngẫu nhiên một luồng thì mỗi lần chạy ra một bộ dữ liệu khác. Sau khi làm sạch còn 77 đặc trưng, khoảng 1,8 triệu luồng huấn luyện và 450 nghìn luồng kiểm tra.</a:t>
            </a:r>
          </a:p>
          <a:p/>
          <a:p>
            <a:r>
              <a:t>Nếu bị hỏi: Cột bị bỏ: destination_port, source_port, protocol và các cột định danh. Lỗi nhãn mâu thuẫn đã được Lanvin et al. ghi nhận. CSE-CIC-IDS2018 lấy mẫu phân tầng 20%, được 3,14 triệu luồng, còn 2,39 triệu sau khi bỏ trùng. Spark 3.4.1. Máy chủ chỉ làm master, không chạy executor, nên thời gian huấn luyện là thời gian trên hai Jetson.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Kết quả đầu tiên. Bảng này là XGBoost với bốn phương pháp giảm đặc trưng. Dùng toàn bộ 77 đặc trưng thì F1 là 0,9971. SHAP chỉ giữ 30 đặc trưng mà F1 vẫn 0,9970, và thời gian huấn luyện giảm từ 77 phút xuống 20 phút, tức nhanh gấp 3,8 lần. Cùng chọn 30 đặc trưng thì SHAP cho F1 cao hơn RF, 0,9970 so với 0,9922. PCA thì cần 40 thành phần, điểm thấp hơn, và không giải thích được. Vậy SHAP Top-30 là cấu hình chúng tôi chọn.</a:t>
            </a:r>
          </a:p>
          <a:p/>
          <a:p>
            <a:r>
              <a:t>Nếu bị hỏi: SHAP hơn RF ở cả bốn thuật toán cây, xem slide dự phòng. Thời gian huấn luyện chính xác là 4615,5 s và 1226,1 s, giảm khoảng 73%. PCA dùng k=40 vì nó trích xuất chứ không chọn lọc: mỗi thành phần chỉ mang một phần phương sai.</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Kết quả thứ hai: cổng đích làm tăng điểm đến mức nào. Mỗi thuật toán được huấn luyện hai lần, một lần bỏ cổng và một lần giữ cổng. Với bốn mô hình cây, giữ cổng chỉ tăng F1 chưa tới 0,002. Với hai mô hình tuyến tính thì tăng khoảng 0,04, tức gấp hơn 20 lần. Bài học là đo rò rỉ trên một mô hình thì không suy ra được cho mô hình khác. Từ đây trở đi, mọi kết quả đều đã bỏ cổng.</a:t>
            </a:r>
          </a:p>
          <a:p/>
          <a:p>
            <a:r>
              <a:t>Nếu bị hỏi: Số từng thuật toán ở slide dự phòng. Mô hình cây dựng lại được cùng ranh giới từ thống kê hành vi của luồng. Mô hình tuyến tính không làm được, nên dựa vào cổng như một định danh dịch vụ. Bản nộp ban đầu chỉ đo trên Random Forest (0,9964 so với 0,9954). Bản camera-ready đo cả tám thuật toán theo góp ý phản biện.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Ở kết quả 1, hai con số 0,9971 và 0,9970 chỉ là một lần chạy. Để chắc chắn, chúng tôi lặp lại với sáu cách chia dữ liệu khác nhau, mỗi lần cả hai cấu hình dùng cùng một cách chia. F1 trung bình chênh nhau khoảng 0,0001. Chúng tôi dùng hai kiểm định. Kiểm định hoán vị ghép cặp hỏi hai bên có khác nhau không; nó so từng cặp và tính chính xác được với chỉ sáu cặp. Kết quả p bằng 0,031, tức là có khác biệt, nhưng khác biệt chỉ khoảng 0,0001 F1. Kiểm định này không trả lời được câu hai bên có giống nhau không, nên chúng tôi dùng thêm kiểm định tương đương TOST, với biên cộng trừ 0,001 F1 chọn trước khi chạy. p bằng 3,9 nhân 10 mũ trừ 6, nên hai bên tương đương, chênh lệch thực sự nhỏ hơn 0,00023 F1. Vì vậy chúng tôi chọn SHAP Top-30: ít đặc trưng hơn và giải thích được.</a:t>
            </a:r>
          </a:p>
          <a:p/>
          <a:p>
            <a:r>
              <a:t>Nếu bị hỏi: p = 0,031 là đúng sàn phân giải 2/26 của kiểm định hoán vị hai phía liệt kê đủ 26 tổ hợp dấu, nên cần N ≥ 6. Cohen’s d ≈ 1,94 lớn vì phương sai giữa các lần chạy rất nhỏ, không phải vì chênh lệch lớn. TOST dùng sai số hiệu chỉnh Nadeau–Bengio vì các lần lấy mẫu chồng nhau; biên nhỏ nhất chứng minh được ở α = 0,05 là ±2,3×10−4. Xem slide dự phòng.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Đến đây mới chỉ hỏi có tấn công hay không. Khi hỏi là loại tấn công nào thì kết quả khác hẳn. Điểm tổng vẫn là 0,998, nhưng nếu tính trung bình đều cho từng lớp thì chỉ còn 0,806. Lý do là các lớp hiếm. Bot chỉ phát hiện được 46%. XSS gần 3%. SQL Injection có 6 mẫu, không phát hiện được mẫu nào. Có hai kiểu sai cần phân biệt. Kiểu ít nghiêm trọng là nhầm loại nhưng vẫn phát hiện: 76% XSS vẫn bị báo là tấn công. Kiểu nghiêm trọng là bỏ sót: cả 6 SQL Injection và 54% Bot bị phân loại là bình thường.</a:t>
            </a:r>
          </a:p>
          <a:p/>
          <a:p>
            <a:r>
              <a:t>Nếu bị hỏi: Tỉ lệ phát hiện là recall. Mô hình là Random Forest dùng đủ 77 đặc trưng. So sánh các cách giảm đặc trưng ở chế độ đa lớp là hướng tiếp theo. 0,998 là weighted-F1, 0,806 là macro-F1. Ma trận nhầm lẫn ở slide dự phòng. XSS: 81/111 mẫu bị dự đoán là Web Brute Force. Bot 158/290 và 27% Brute Force bị dự đoán là Benign. Nguyên nhân có thể: mất cân bằng cực độ (6–311 mẫu so với 380 nghìn Benign), bỏ cổng rồi thì luồng HTTP ngắn của tấn công web giống lưu lượng duyệt web thông thường, và Bot C&amp;C giống lưu lượng nền.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Đây là kết quả quan trọng nhất. Huấn luyện và kiểm tra trên cùng một bộ thì F1 là 0,995. Nhưng huấn luyện trên bộ 2017 rồi kiểm tra trên bộ 2018 thì F1 chỉ còn từ 0,03 đến 0,30. Chiều ngược lại còn 0,05. Mô hình bỏ sót gần hết tấn công của mạng mới. Hình bên phải cho thấy thêm một điều. Chúng tôi chạy 18 lần, cùng mã, cùng dữ liệu, và F1 rơi vào hai cụm tách hẳn nhau: 11 lần thấp, 7 lần cao, không lần nào ở giữa. Vì vậy báo một lần chạy là không đủ tin cậy. Chúng tôi báo cả 18 lần, và so sánh thêm bằng AUC-PR, là điểm xếp hạng không phụ thuộc ngưỡng, nên ổn định hơn F1.</a:t>
            </a:r>
          </a:p>
          <a:p/>
          <a:p>
            <a:r>
              <a:t>Nếu bị hỏi: AUC-PR không phụ thuộc ngưỡng, giảm từ 0,9997 xuống 0,4849 (trung bình 18 lần) và từ 0,9679 xuống 0,1926. Recall 0,073 / 0,030, precision 0,772 / 0,272: mô hình bỏ sót chứ không báo động giả nhiều. Hai cụm có AUC-PR như nhau (Welch |t| = 1,3): thứ hạng không đổi, chỉ có ngưỡng 0,5 cắt qua một cụm luồng gần giống nhau. Năm seed chạy lại, hai lần đổi cụm. Nguyên nhân dịch chuyển: khác phiên bản CICFlowMeter, cấu hình mạng, công cụ tấn công. Xem slide dự phòng.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Vậy làm gì để mô hình hoạt động được trên mạng mới? Chúng tôi thử hai hướng. Hướng thứ nhất không cần nhãn: chỉ chỉnh phân phối dữ liệu của mạng mới cho giống dữ liệu cũ, gọi là căn chỉnh, ở đây dùng CORAL. Kết quả là F1 về 0 ở cả hai chiều. Hướng thứ hai: gán nhãn 1% dữ liệu của mạng mới, khoảng 19 nghìn luồng, rồi huấn luyện lại. F1 lên 0,92 và 0,99. Một điểm đáng chú ý: gộp thêm toàn bộ dữ liệu cũ vào thì kết quả lại giảm. Tức là muốn chuyển mô hình sang mạng mới, cách ít tốn kém nhất ở đây là gán nhãn một ít lưu lượng của chính mạng đó.</a:t>
            </a:r>
          </a:p>
          <a:p/>
          <a:p>
            <a:r>
              <a:t>Nếu bị hỏi: Reﬁt scaler và CORAL không cần nhãn, không huấn luyện lại, và cho F1 bằng 0 ở cả hai chiều, trong cả 3 lần chạy: dịch chuyển nằm ở phân phối có điều kiện, không chỉ ở trung bình và hiệp phương sai. CORAL vẫn nâng AUC-PR chiều 2018→2017 từ 0,179 lên 0,250: thứ hạng tốt lên nhưng ngưỡng 0,5 học từ dữ liệu cũ không còn đúng, nên thích ứng phải chỉnh cả ngưỡng. 1% là 19.276 luồng (chiều ngược lại 18.011).</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Tóm lại có bốn điều. Một, bỏ được 60% đặc trưng mà F1 không đổi, và điều này đã được kiểm định. Hai, điểm tổng cao che khuất các loại tấn công hiếm. Ba, đổi bộ dữ liệu thì điểm giảm mạnh, và F1 của một lần chạy không đủ tin cậy. Bốn, với mạng mới, gán nhãn một phần nhỏ dữ liệu là đủ, còn căn chỉnh không nhãn thì không. Bài học chung: đánh giá đúng cách quan trọng không kém chọn đúng phương pháp. Xin cảm ơn quý thầy cô, kính mời câu hỏi.</a:t>
            </a:r>
          </a:p>
          <a:p/>
          <a:p>
            <a:r>
              <a:t>Nếu bị hỏi: Các bộ mới hơn: RoEduNet, CIC-IoT. Tăng số lần lặp bằng kiểm định chéo lồng cũng là hướng củng cố.</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Không trình bày. Để trên màn hình trong lúc nhận câu hỏi, nên nguồn luôn hiện sẵn nếu khán giả hỏi. Danh sách đầy đủ nằm trong bài báo.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01.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02.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03.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04.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05.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06.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07.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08.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09.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10.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11.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12.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13.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14.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15.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16.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17.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